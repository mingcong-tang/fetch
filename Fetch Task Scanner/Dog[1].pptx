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00"/>
    <a:srgbClr val="9966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2" y="-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858D3-060C-4925-B34D-BD19E810F929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2E8B3-96A3-4CD2-99BD-369E267B27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18C63-9609-4217-990F-C61C3BF629E4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791736-3213-4A1A-A829-4B39C69D2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E89B64-69EC-4C26-BAEE-2F8857136590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3EE39-D85A-425C-AC9B-A97F5D5B3B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0D15D-1BCD-4416-8CD1-AAA61A4922BF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A2E07-75C4-45DC-8018-6816464EEA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DD5B1-57F5-447A-9DED-86BD013116A4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A5355-FE6C-49F7-AACF-49288C8DA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444D6-64F8-4A79-8F88-11A0168FE4E4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54A53-74F8-42FF-849E-15F48CBA90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4FAFE-E7FE-4047-B7C7-AB3B07410184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D800A-28B0-4EF6-AA31-E07DF0377E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A2E01-0120-4490-8B0B-749DFE087C52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77191-A542-49E2-A21A-967CC1F8AF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FDE63-8984-499C-82FF-BCE714155375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1E4C7-5EC3-42A0-85ED-94A125A7B0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3DA2DA-268A-4DBB-8FA5-136D7917145C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2A99D-8F07-4252-9357-0116A09BF7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A729A-40DE-41BF-8CA1-53C0FE6D653F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1B512-1907-4F7D-B404-D37BD380B8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87C0550-0E41-4797-A43A-25E0C2A48DE2}" type="datetimeFigureOut">
              <a:rPr lang="en-US"/>
              <a:pPr>
                <a:defRPr/>
              </a:pPr>
              <a:t>6/20/2011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FDA2AEA-9D39-404C-BA1D-72B48EA2FA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36" name="Group 24"/>
          <p:cNvGrpSpPr>
            <a:grpSpLocks/>
          </p:cNvGrpSpPr>
          <p:nvPr/>
        </p:nvGrpSpPr>
        <p:grpSpPr bwMode="auto">
          <a:xfrm>
            <a:off x="1828800" y="914400"/>
            <a:ext cx="3895725" cy="4191000"/>
            <a:chOff x="1968" y="635"/>
            <a:chExt cx="1920" cy="2197"/>
          </a:xfrm>
        </p:grpSpPr>
        <p:sp>
          <p:nvSpPr>
            <p:cNvPr id="30" name="Moon 29"/>
            <p:cNvSpPr/>
            <p:nvPr/>
          </p:nvSpPr>
          <p:spPr>
            <a:xfrm rot="702143">
              <a:off x="2961" y="635"/>
              <a:ext cx="240" cy="1296"/>
            </a:xfrm>
            <a:prstGeom prst="moon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2208" y="1392"/>
              <a:ext cx="1344" cy="1344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304" y="1152"/>
              <a:ext cx="1152" cy="1153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13316" name="Group 16"/>
            <p:cNvGrpSpPr>
              <a:grpSpLocks/>
            </p:cNvGrpSpPr>
            <p:nvPr/>
          </p:nvGrpSpPr>
          <p:grpSpPr bwMode="auto">
            <a:xfrm>
              <a:off x="2544" y="1392"/>
              <a:ext cx="336" cy="336"/>
              <a:chOff x="4038600" y="2209800"/>
              <a:chExt cx="533400" cy="533400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4038351" y="2210275"/>
                <a:ext cx="534083" cy="5324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4343896" y="2438828"/>
                <a:ext cx="152773" cy="1519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13317" name="Group 17"/>
            <p:cNvGrpSpPr>
              <a:grpSpLocks/>
            </p:cNvGrpSpPr>
            <p:nvPr/>
          </p:nvGrpSpPr>
          <p:grpSpPr bwMode="auto">
            <a:xfrm>
              <a:off x="2928" y="1392"/>
              <a:ext cx="336" cy="336"/>
              <a:chOff x="4038600" y="2209800"/>
              <a:chExt cx="533400" cy="533400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4038600" y="2210275"/>
                <a:ext cx="532841" cy="5324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4342903" y="2438828"/>
                <a:ext cx="152773" cy="1519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21" name="Oval 20"/>
            <p:cNvSpPr/>
            <p:nvPr/>
          </p:nvSpPr>
          <p:spPr>
            <a:xfrm>
              <a:off x="2784" y="1872"/>
              <a:ext cx="288" cy="24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Teardrop 24"/>
            <p:cNvSpPr/>
            <p:nvPr/>
          </p:nvSpPr>
          <p:spPr>
            <a:xfrm>
              <a:off x="1968" y="1296"/>
              <a:ext cx="528" cy="720"/>
            </a:xfrm>
            <a:prstGeom prst="teardrop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Teardrop 25"/>
            <p:cNvSpPr/>
            <p:nvPr/>
          </p:nvSpPr>
          <p:spPr>
            <a:xfrm flipH="1">
              <a:off x="3312" y="1344"/>
              <a:ext cx="576" cy="720"/>
            </a:xfrm>
            <a:prstGeom prst="teardrop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13321" name="Group 30"/>
            <p:cNvGrpSpPr>
              <a:grpSpLocks/>
            </p:cNvGrpSpPr>
            <p:nvPr/>
          </p:nvGrpSpPr>
          <p:grpSpPr bwMode="auto">
            <a:xfrm>
              <a:off x="2448" y="2544"/>
              <a:ext cx="384" cy="288"/>
              <a:chOff x="3886200" y="4038600"/>
              <a:chExt cx="609600" cy="4572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3886821" y="4038695"/>
                <a:ext cx="608606" cy="457105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8" name="Straight Connector 7"/>
              <p:cNvCxnSpPr>
                <a:endCxn id="6" idx="3"/>
              </p:cNvCxnSpPr>
              <p:nvPr/>
            </p:nvCxnSpPr>
            <p:spPr>
              <a:xfrm rot="5400000">
                <a:off x="3965216" y="4278281"/>
                <a:ext cx="161176" cy="1391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>
                <a:endCxn id="6" idx="4"/>
              </p:cNvCxnSpPr>
              <p:nvPr/>
            </p:nvCxnSpPr>
            <p:spPr>
              <a:xfrm rot="5400000">
                <a:off x="4076848" y="4381524"/>
                <a:ext cx="228552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rot="16200000" flipH="1">
                <a:off x="4267313" y="4266825"/>
                <a:ext cx="151928" cy="1527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322" name="Group 31"/>
            <p:cNvGrpSpPr>
              <a:grpSpLocks/>
            </p:cNvGrpSpPr>
            <p:nvPr/>
          </p:nvGrpSpPr>
          <p:grpSpPr bwMode="auto">
            <a:xfrm>
              <a:off x="2976" y="2544"/>
              <a:ext cx="384" cy="288"/>
              <a:chOff x="3886200" y="4038600"/>
              <a:chExt cx="609600" cy="457200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3885765" y="4038695"/>
                <a:ext cx="609849" cy="457105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34" name="Straight Connector 33"/>
              <p:cNvCxnSpPr>
                <a:endCxn id="33" idx="3"/>
              </p:cNvCxnSpPr>
              <p:nvPr/>
            </p:nvCxnSpPr>
            <p:spPr>
              <a:xfrm rot="5400000">
                <a:off x="3964160" y="4278281"/>
                <a:ext cx="161176" cy="1391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endCxn id="33" idx="4"/>
              </p:cNvCxnSpPr>
              <p:nvPr/>
            </p:nvCxnSpPr>
            <p:spPr>
              <a:xfrm rot="5400000">
                <a:off x="4077034" y="4381524"/>
                <a:ext cx="228552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rot="16200000" flipH="1">
                <a:off x="4267498" y="4266826"/>
                <a:ext cx="151928" cy="15277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71" name="Group 35"/>
          <p:cNvGrpSpPr>
            <a:grpSpLocks/>
          </p:cNvGrpSpPr>
          <p:nvPr/>
        </p:nvGrpSpPr>
        <p:grpSpPr bwMode="auto">
          <a:xfrm>
            <a:off x="3032125" y="1562100"/>
            <a:ext cx="3090863" cy="3009900"/>
            <a:chOff x="1910" y="984"/>
            <a:chExt cx="1947" cy="1896"/>
          </a:xfrm>
        </p:grpSpPr>
        <p:sp>
          <p:nvSpPr>
            <p:cNvPr id="30" name="Moon 29"/>
            <p:cNvSpPr/>
            <p:nvPr/>
          </p:nvSpPr>
          <p:spPr>
            <a:xfrm rot="19183922">
              <a:off x="2022" y="1028"/>
              <a:ext cx="240" cy="1296"/>
            </a:xfrm>
            <a:prstGeom prst="moon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2256" y="1392"/>
              <a:ext cx="1344" cy="1344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304" y="1152"/>
              <a:ext cx="1152" cy="1152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14340" name="Group 16"/>
            <p:cNvGrpSpPr>
              <a:grpSpLocks/>
            </p:cNvGrpSpPr>
            <p:nvPr/>
          </p:nvGrpSpPr>
          <p:grpSpPr bwMode="auto">
            <a:xfrm>
              <a:off x="2544" y="1392"/>
              <a:ext cx="336" cy="336"/>
              <a:chOff x="4038600" y="2209800"/>
              <a:chExt cx="533400" cy="533400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4038600" y="2209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4343400" y="2438400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14341" name="Group 17"/>
            <p:cNvGrpSpPr>
              <a:grpSpLocks/>
            </p:cNvGrpSpPr>
            <p:nvPr/>
          </p:nvGrpSpPr>
          <p:grpSpPr bwMode="auto">
            <a:xfrm>
              <a:off x="2928" y="1392"/>
              <a:ext cx="336" cy="336"/>
              <a:chOff x="4038600" y="2209800"/>
              <a:chExt cx="533400" cy="533400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4038600" y="2209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4343400" y="2438400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21" name="Oval 20"/>
            <p:cNvSpPr/>
            <p:nvPr/>
          </p:nvSpPr>
          <p:spPr>
            <a:xfrm>
              <a:off x="2736" y="1920"/>
              <a:ext cx="288" cy="2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Teardrop 24"/>
            <p:cNvSpPr/>
            <p:nvPr/>
          </p:nvSpPr>
          <p:spPr>
            <a:xfrm rot="3046388">
              <a:off x="2006" y="888"/>
              <a:ext cx="528" cy="720"/>
            </a:xfrm>
            <a:prstGeom prst="teardrop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Teardrop 25"/>
            <p:cNvSpPr/>
            <p:nvPr/>
          </p:nvSpPr>
          <p:spPr>
            <a:xfrm rot="163021" flipH="1">
              <a:off x="3281" y="1357"/>
              <a:ext cx="576" cy="720"/>
            </a:xfrm>
            <a:prstGeom prst="teardrop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14345" name="Group 30"/>
            <p:cNvGrpSpPr>
              <a:grpSpLocks/>
            </p:cNvGrpSpPr>
            <p:nvPr/>
          </p:nvGrpSpPr>
          <p:grpSpPr bwMode="auto">
            <a:xfrm>
              <a:off x="2016" y="2112"/>
              <a:ext cx="384" cy="288"/>
              <a:chOff x="3886200" y="4038600"/>
              <a:chExt cx="609600" cy="4572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8" name="Straight Connector 7"/>
              <p:cNvCxnSpPr>
                <a:endCxn id="6" idx="3"/>
              </p:cNvCxnSpPr>
              <p:nvPr/>
            </p:nvCxnSpPr>
            <p:spPr>
              <a:xfrm rot="5400000">
                <a:off x="3963987" y="4278313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>
                <a:endCxn id="6" idx="4"/>
              </p:cNvCxnSpPr>
              <p:nvPr/>
            </p:nvCxnSpPr>
            <p:spPr>
              <a:xfrm rot="5400000">
                <a:off x="4076700" y="4381500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rot="16200000" flipH="1">
                <a:off x="4267200" y="42672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46" name="Group 31"/>
            <p:cNvGrpSpPr>
              <a:grpSpLocks/>
            </p:cNvGrpSpPr>
            <p:nvPr/>
          </p:nvGrpSpPr>
          <p:grpSpPr bwMode="auto">
            <a:xfrm>
              <a:off x="3312" y="2208"/>
              <a:ext cx="384" cy="288"/>
              <a:chOff x="3886200" y="4038600"/>
              <a:chExt cx="609600" cy="457200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34" name="Straight Connector 33"/>
              <p:cNvCxnSpPr>
                <a:endCxn id="33" idx="3"/>
              </p:cNvCxnSpPr>
              <p:nvPr/>
            </p:nvCxnSpPr>
            <p:spPr>
              <a:xfrm rot="5400000">
                <a:off x="3963987" y="4278313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endCxn id="33" idx="4"/>
              </p:cNvCxnSpPr>
              <p:nvPr/>
            </p:nvCxnSpPr>
            <p:spPr>
              <a:xfrm rot="5400000">
                <a:off x="4076700" y="4381500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rot="16200000" flipH="1">
                <a:off x="4267200" y="42672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47" name="Group 30"/>
            <p:cNvGrpSpPr>
              <a:grpSpLocks/>
            </p:cNvGrpSpPr>
            <p:nvPr/>
          </p:nvGrpSpPr>
          <p:grpSpPr bwMode="auto">
            <a:xfrm>
              <a:off x="2400" y="2592"/>
              <a:ext cx="384" cy="288"/>
              <a:chOff x="3886200" y="4038600"/>
              <a:chExt cx="609600" cy="457200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29" name="Straight Connector 28"/>
              <p:cNvCxnSpPr>
                <a:endCxn id="28" idx="3"/>
              </p:cNvCxnSpPr>
              <p:nvPr/>
            </p:nvCxnSpPr>
            <p:spPr>
              <a:xfrm rot="5400000">
                <a:off x="3963987" y="4278313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endCxn id="28" idx="4"/>
              </p:cNvCxnSpPr>
              <p:nvPr/>
            </p:nvCxnSpPr>
            <p:spPr>
              <a:xfrm rot="5400000">
                <a:off x="4076700" y="4381500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rot="16200000" flipH="1">
                <a:off x="4267200" y="42672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48" name="Group 30"/>
            <p:cNvGrpSpPr>
              <a:grpSpLocks/>
            </p:cNvGrpSpPr>
            <p:nvPr/>
          </p:nvGrpSpPr>
          <p:grpSpPr bwMode="auto">
            <a:xfrm>
              <a:off x="3024" y="2592"/>
              <a:ext cx="384" cy="288"/>
              <a:chOff x="3886200" y="4038600"/>
              <a:chExt cx="609600" cy="457200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39" name="Straight Connector 38"/>
              <p:cNvCxnSpPr>
                <a:endCxn id="38" idx="3"/>
              </p:cNvCxnSpPr>
              <p:nvPr/>
            </p:nvCxnSpPr>
            <p:spPr>
              <a:xfrm rot="5400000">
                <a:off x="3963987" y="4278313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>
                <a:endCxn id="38" idx="4"/>
              </p:cNvCxnSpPr>
              <p:nvPr/>
            </p:nvCxnSpPr>
            <p:spPr>
              <a:xfrm rot="5400000">
                <a:off x="4076700" y="4381500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16200000" flipH="1">
                <a:off x="4267200" y="42672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  <p:grpSp>
        <p:nvGrpSpPr>
          <p:cNvPr id="15397" name="Group 37"/>
          <p:cNvGrpSpPr>
            <a:grpSpLocks/>
          </p:cNvGrpSpPr>
          <p:nvPr/>
        </p:nvGrpSpPr>
        <p:grpSpPr bwMode="auto">
          <a:xfrm>
            <a:off x="3886200" y="2743200"/>
            <a:ext cx="3200400" cy="3429000"/>
            <a:chOff x="2448" y="1728"/>
            <a:chExt cx="2016" cy="2160"/>
          </a:xfrm>
        </p:grpSpPr>
        <p:sp>
          <p:nvSpPr>
            <p:cNvPr id="30" name="Moon 29"/>
            <p:cNvSpPr/>
            <p:nvPr/>
          </p:nvSpPr>
          <p:spPr>
            <a:xfrm rot="19183922">
              <a:off x="2448" y="2064"/>
              <a:ext cx="240" cy="1296"/>
            </a:xfrm>
            <a:prstGeom prst="moon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2880" y="2448"/>
              <a:ext cx="1344" cy="1344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928" y="1728"/>
              <a:ext cx="1152" cy="1152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15368" name="Group 16"/>
            <p:cNvGrpSpPr>
              <a:grpSpLocks/>
            </p:cNvGrpSpPr>
            <p:nvPr/>
          </p:nvGrpSpPr>
          <p:grpSpPr bwMode="auto">
            <a:xfrm>
              <a:off x="3120" y="2016"/>
              <a:ext cx="336" cy="336"/>
              <a:chOff x="4038600" y="2209800"/>
              <a:chExt cx="533400" cy="533400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4038600" y="2209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4343400" y="2438400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15371" name="Group 17"/>
            <p:cNvGrpSpPr>
              <a:grpSpLocks/>
            </p:cNvGrpSpPr>
            <p:nvPr/>
          </p:nvGrpSpPr>
          <p:grpSpPr bwMode="auto">
            <a:xfrm>
              <a:off x="3552" y="2016"/>
              <a:ext cx="336" cy="336"/>
              <a:chOff x="4038600" y="2209800"/>
              <a:chExt cx="533400" cy="533400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4038600" y="2209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4343400" y="2438400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21" name="Oval 20"/>
            <p:cNvSpPr/>
            <p:nvPr/>
          </p:nvSpPr>
          <p:spPr>
            <a:xfrm>
              <a:off x="3360" y="2352"/>
              <a:ext cx="288" cy="2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Teardrop 24"/>
            <p:cNvSpPr>
              <a:spLocks/>
            </p:cNvSpPr>
            <p:nvPr/>
          </p:nvSpPr>
          <p:spPr bwMode="auto">
            <a:xfrm rot="460905">
              <a:off x="2496" y="1872"/>
              <a:ext cx="528" cy="720"/>
            </a:xfrm>
            <a:custGeom>
              <a:avLst/>
              <a:gdLst>
                <a:gd name="T0" fmla="*/ 838200 w 838200"/>
                <a:gd name="T1" fmla="*/ 571500 h 1143000"/>
                <a:gd name="T2" fmla="*/ 715448 w 838200"/>
                <a:gd name="T3" fmla="*/ 975612 h 1143000"/>
                <a:gd name="T4" fmla="*/ 419100 w 838200"/>
                <a:gd name="T5" fmla="*/ 1143000 h 1143000"/>
                <a:gd name="T6" fmla="*/ 122752 w 838200"/>
                <a:gd name="T7" fmla="*/ 975612 h 1143000"/>
                <a:gd name="T8" fmla="*/ 0 w 838200"/>
                <a:gd name="T9" fmla="*/ 571500 h 1143000"/>
                <a:gd name="T10" fmla="*/ 122752 w 838200"/>
                <a:gd name="T11" fmla="*/ 167388 h 1143000"/>
                <a:gd name="T12" fmla="*/ 419100 w 838200"/>
                <a:gd name="T13" fmla="*/ 0 h 1143000"/>
                <a:gd name="T14" fmla="*/ 838200 w 838200"/>
                <a:gd name="T15" fmla="*/ 0 h 1143000"/>
                <a:gd name="T16" fmla="*/ 0 60000 65536"/>
                <a:gd name="T17" fmla="*/ 5898240 60000 65536"/>
                <a:gd name="T18" fmla="*/ 5898240 60000 65536"/>
                <a:gd name="T19" fmla="*/ 5898240 60000 65536"/>
                <a:gd name="T20" fmla="*/ 11796480 60000 65536"/>
                <a:gd name="T21" fmla="*/ 17694720 60000 65536"/>
                <a:gd name="T22" fmla="*/ 17694720 60000 65536"/>
                <a:gd name="T23" fmla="*/ 17694720 60000 65536"/>
                <a:gd name="T24" fmla="*/ 122752 w 838200"/>
                <a:gd name="T25" fmla="*/ 167388 h 1143000"/>
                <a:gd name="T26" fmla="*/ 715448 w 838200"/>
                <a:gd name="T27" fmla="*/ 975612 h 11430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38200" h="1143000">
                  <a:moveTo>
                    <a:pt x="0" y="571500"/>
                  </a:moveTo>
                  <a:lnTo>
                    <a:pt x="0" y="571500"/>
                  </a:lnTo>
                  <a:cubicBezTo>
                    <a:pt x="0" y="255869"/>
                    <a:pt x="187637" y="0"/>
                    <a:pt x="419100" y="0"/>
                  </a:cubicBezTo>
                  <a:cubicBezTo>
                    <a:pt x="419100" y="0"/>
                    <a:pt x="419100" y="0"/>
                    <a:pt x="419100" y="0"/>
                  </a:cubicBezTo>
                  <a:cubicBezTo>
                    <a:pt x="558800" y="0"/>
                    <a:pt x="698500" y="0"/>
                    <a:pt x="838200" y="0"/>
                  </a:cubicBezTo>
                  <a:lnTo>
                    <a:pt x="838200" y="0"/>
                  </a:lnTo>
                  <a:cubicBezTo>
                    <a:pt x="838200" y="190500"/>
                    <a:pt x="838200" y="381000"/>
                    <a:pt x="838200" y="571500"/>
                  </a:cubicBezTo>
                  <a:lnTo>
                    <a:pt x="838200" y="571500"/>
                  </a:lnTo>
                  <a:cubicBezTo>
                    <a:pt x="838200" y="887130"/>
                    <a:pt x="650562" y="1142999"/>
                    <a:pt x="419100" y="1143000"/>
                  </a:cubicBezTo>
                  <a:cubicBezTo>
                    <a:pt x="187637" y="1143000"/>
                    <a:pt x="0" y="887130"/>
                    <a:pt x="0" y="571500"/>
                  </a:cubicBezTo>
                  <a:close/>
                </a:path>
              </a:pathLst>
            </a:custGeom>
            <a:solidFill>
              <a:srgbClr val="996633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6" name="Teardrop 25"/>
            <p:cNvSpPr/>
            <p:nvPr/>
          </p:nvSpPr>
          <p:spPr>
            <a:xfrm rot="163021" flipH="1">
              <a:off x="3888" y="1920"/>
              <a:ext cx="576" cy="720"/>
            </a:xfrm>
            <a:prstGeom prst="teardrop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15377" name="Group 30"/>
            <p:cNvGrpSpPr>
              <a:grpSpLocks/>
            </p:cNvGrpSpPr>
            <p:nvPr/>
          </p:nvGrpSpPr>
          <p:grpSpPr bwMode="auto">
            <a:xfrm>
              <a:off x="3600" y="2976"/>
              <a:ext cx="384" cy="288"/>
              <a:chOff x="3886200" y="4038600"/>
              <a:chExt cx="609600" cy="4572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8" name="Straight Connector 7"/>
              <p:cNvCxnSpPr>
                <a:endCxn id="6" idx="3"/>
              </p:cNvCxnSpPr>
              <p:nvPr/>
            </p:nvCxnSpPr>
            <p:spPr>
              <a:xfrm rot="5400000">
                <a:off x="3963987" y="4278313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>
                <a:endCxn id="6" idx="4"/>
              </p:cNvCxnSpPr>
              <p:nvPr/>
            </p:nvCxnSpPr>
            <p:spPr>
              <a:xfrm rot="5400000">
                <a:off x="4076700" y="4381500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rot="16200000" flipH="1">
                <a:off x="4267200" y="42672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382" name="Group 31"/>
            <p:cNvGrpSpPr>
              <a:grpSpLocks/>
            </p:cNvGrpSpPr>
            <p:nvPr/>
          </p:nvGrpSpPr>
          <p:grpSpPr bwMode="auto">
            <a:xfrm>
              <a:off x="3024" y="3600"/>
              <a:ext cx="384" cy="288"/>
              <a:chOff x="3886200" y="4038600"/>
              <a:chExt cx="609600" cy="457200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34" name="Straight Connector 33"/>
              <p:cNvCxnSpPr>
                <a:endCxn id="33" idx="3"/>
              </p:cNvCxnSpPr>
              <p:nvPr/>
            </p:nvCxnSpPr>
            <p:spPr>
              <a:xfrm rot="5400000">
                <a:off x="3963987" y="4278313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endCxn id="33" idx="4"/>
              </p:cNvCxnSpPr>
              <p:nvPr/>
            </p:nvCxnSpPr>
            <p:spPr>
              <a:xfrm rot="5400000">
                <a:off x="4076700" y="4381500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rot="16200000" flipH="1">
                <a:off x="4267200" y="42672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387" name="Group 30"/>
            <p:cNvGrpSpPr>
              <a:grpSpLocks/>
            </p:cNvGrpSpPr>
            <p:nvPr/>
          </p:nvGrpSpPr>
          <p:grpSpPr bwMode="auto">
            <a:xfrm>
              <a:off x="3072" y="2976"/>
              <a:ext cx="384" cy="288"/>
              <a:chOff x="3886200" y="4038600"/>
              <a:chExt cx="609600" cy="457200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29" name="Straight Connector 28"/>
              <p:cNvCxnSpPr>
                <a:endCxn id="28" idx="3"/>
              </p:cNvCxnSpPr>
              <p:nvPr/>
            </p:nvCxnSpPr>
            <p:spPr>
              <a:xfrm rot="5400000">
                <a:off x="3963987" y="4278313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endCxn id="28" idx="4"/>
              </p:cNvCxnSpPr>
              <p:nvPr/>
            </p:nvCxnSpPr>
            <p:spPr>
              <a:xfrm rot="5400000">
                <a:off x="4076700" y="4381500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rot="16200000" flipH="1">
                <a:off x="4267200" y="42672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392" name="Group 30"/>
            <p:cNvGrpSpPr>
              <a:grpSpLocks/>
            </p:cNvGrpSpPr>
            <p:nvPr/>
          </p:nvGrpSpPr>
          <p:grpSpPr bwMode="auto">
            <a:xfrm>
              <a:off x="3600" y="3600"/>
              <a:ext cx="384" cy="288"/>
              <a:chOff x="3886200" y="4038600"/>
              <a:chExt cx="609600" cy="457200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39" name="Straight Connector 38"/>
              <p:cNvCxnSpPr>
                <a:endCxn id="38" idx="3"/>
              </p:cNvCxnSpPr>
              <p:nvPr/>
            </p:nvCxnSpPr>
            <p:spPr>
              <a:xfrm rot="5400000">
                <a:off x="3963987" y="4278313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>
                <a:endCxn id="38" idx="4"/>
              </p:cNvCxnSpPr>
              <p:nvPr/>
            </p:nvCxnSpPr>
            <p:spPr>
              <a:xfrm rot="5400000">
                <a:off x="4076700" y="4381500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16200000" flipH="1">
                <a:off x="4267200" y="42672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6387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  <p:grpSp>
        <p:nvGrpSpPr>
          <p:cNvPr id="16423" name="Group 39"/>
          <p:cNvGrpSpPr>
            <a:grpSpLocks/>
          </p:cNvGrpSpPr>
          <p:nvPr/>
        </p:nvGrpSpPr>
        <p:grpSpPr bwMode="auto">
          <a:xfrm>
            <a:off x="3048000" y="2133600"/>
            <a:ext cx="3962400" cy="2971800"/>
            <a:chOff x="1920" y="1344"/>
            <a:chExt cx="2496" cy="1872"/>
          </a:xfrm>
        </p:grpSpPr>
        <p:sp>
          <p:nvSpPr>
            <p:cNvPr id="30" name="Moon 29"/>
            <p:cNvSpPr/>
            <p:nvPr/>
          </p:nvSpPr>
          <p:spPr>
            <a:xfrm rot="19183922">
              <a:off x="1920" y="1344"/>
              <a:ext cx="240" cy="1296"/>
            </a:xfrm>
            <a:prstGeom prst="moon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2112" y="1728"/>
              <a:ext cx="1344" cy="1344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16422" name="Group 38"/>
            <p:cNvGrpSpPr>
              <a:grpSpLocks/>
            </p:cNvGrpSpPr>
            <p:nvPr/>
          </p:nvGrpSpPr>
          <p:grpSpPr bwMode="auto">
            <a:xfrm>
              <a:off x="2304" y="1344"/>
              <a:ext cx="2112" cy="1152"/>
              <a:chOff x="2592" y="1344"/>
              <a:chExt cx="2112" cy="1152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3072" y="1344"/>
                <a:ext cx="1152" cy="1152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grpSp>
            <p:nvGrpSpPr>
              <p:cNvPr id="16392" name="Group 16"/>
              <p:cNvGrpSpPr>
                <a:grpSpLocks/>
              </p:cNvGrpSpPr>
              <p:nvPr/>
            </p:nvGrpSpPr>
            <p:grpSpPr bwMode="auto">
              <a:xfrm rot="-16950623">
                <a:off x="3312" y="1584"/>
                <a:ext cx="336" cy="336"/>
                <a:chOff x="4038600" y="2209800"/>
                <a:chExt cx="533400" cy="533400"/>
              </a:xfrm>
            </p:grpSpPr>
            <p:sp>
              <p:nvSpPr>
                <p:cNvPr id="15" name="Oval 14"/>
                <p:cNvSpPr>
                  <a:spLocks noChangeArrowheads="1"/>
                </p:cNvSpPr>
                <p:nvPr/>
              </p:nvSpPr>
              <p:spPr bwMode="auto">
                <a:xfrm>
                  <a:off x="4038600" y="2209800"/>
                  <a:ext cx="533400" cy="533400"/>
                </a:xfrm>
                <a:prstGeom prst="ellipse">
                  <a:avLst/>
                </a:prstGeom>
                <a:solidFill>
                  <a:schemeClr val="bg1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solidFill>
                      <a:schemeClr val="lt1"/>
                    </a:solidFill>
                    <a:latin typeface="+mn-lt"/>
                  </a:endParaRPr>
                </a:p>
              </p:txBody>
            </p:sp>
            <p:sp>
              <p:nvSpPr>
                <p:cNvPr id="16" name="Oval 15"/>
                <p:cNvSpPr>
                  <a:spLocks noChangeArrowheads="1"/>
                </p:cNvSpPr>
                <p:nvPr/>
              </p:nvSpPr>
              <p:spPr bwMode="auto">
                <a:xfrm>
                  <a:off x="4343400" y="2438400"/>
                  <a:ext cx="152400" cy="152400"/>
                </a:xfrm>
                <a:prstGeom prst="ellipse">
                  <a:avLst/>
                </a:prstGeom>
                <a:solidFill>
                  <a:schemeClr val="tx1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solidFill>
                      <a:schemeClr val="lt1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6395" name="Group 17"/>
              <p:cNvGrpSpPr>
                <a:grpSpLocks/>
              </p:cNvGrpSpPr>
              <p:nvPr/>
            </p:nvGrpSpPr>
            <p:grpSpPr bwMode="auto">
              <a:xfrm rot="-17202931">
                <a:off x="3696" y="1584"/>
                <a:ext cx="336" cy="336"/>
                <a:chOff x="4038600" y="2209800"/>
                <a:chExt cx="533400" cy="533400"/>
              </a:xfrm>
            </p:grpSpPr>
            <p:sp>
              <p:nvSpPr>
                <p:cNvPr id="19" name="Oval 18"/>
                <p:cNvSpPr>
                  <a:spLocks noChangeArrowheads="1"/>
                </p:cNvSpPr>
                <p:nvPr/>
              </p:nvSpPr>
              <p:spPr bwMode="auto">
                <a:xfrm>
                  <a:off x="4038600" y="2209800"/>
                  <a:ext cx="533400" cy="533400"/>
                </a:xfrm>
                <a:prstGeom prst="ellipse">
                  <a:avLst/>
                </a:prstGeom>
                <a:solidFill>
                  <a:schemeClr val="bg1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solidFill>
                      <a:schemeClr val="lt1"/>
                    </a:solidFill>
                    <a:latin typeface="+mn-lt"/>
                  </a:endParaRPr>
                </a:p>
              </p:txBody>
            </p:sp>
            <p:sp>
              <p:nvSpPr>
                <p:cNvPr id="20" name="Oval 19"/>
                <p:cNvSpPr>
                  <a:spLocks noChangeArrowheads="1"/>
                </p:cNvSpPr>
                <p:nvPr/>
              </p:nvSpPr>
              <p:spPr bwMode="auto">
                <a:xfrm>
                  <a:off x="4343400" y="2438400"/>
                  <a:ext cx="152400" cy="152400"/>
                </a:xfrm>
                <a:prstGeom prst="ellipse">
                  <a:avLst/>
                </a:prstGeom>
                <a:solidFill>
                  <a:schemeClr val="tx1"/>
                </a:solidFill>
                <a:ln w="254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solidFill>
                      <a:schemeClr val="lt1"/>
                    </a:solidFill>
                    <a:latin typeface="+mn-lt"/>
                  </a:endParaRPr>
                </a:p>
              </p:txBody>
            </p:sp>
          </p:grpSp>
          <p:sp>
            <p:nvSpPr>
              <p:cNvPr id="21" name="Oval 20"/>
              <p:cNvSpPr/>
              <p:nvPr/>
            </p:nvSpPr>
            <p:spPr>
              <a:xfrm>
                <a:off x="3504" y="2112"/>
                <a:ext cx="288" cy="24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25" name="Teardrop 24"/>
              <p:cNvSpPr>
                <a:spLocks/>
              </p:cNvSpPr>
              <p:nvPr/>
            </p:nvSpPr>
            <p:spPr bwMode="auto">
              <a:xfrm rot="1191264">
                <a:off x="2592" y="1392"/>
                <a:ext cx="528" cy="720"/>
              </a:xfrm>
              <a:custGeom>
                <a:avLst/>
                <a:gdLst>
                  <a:gd name="T0" fmla="*/ 838200 w 838200"/>
                  <a:gd name="T1" fmla="*/ 571500 h 1143000"/>
                  <a:gd name="T2" fmla="*/ 715448 w 838200"/>
                  <a:gd name="T3" fmla="*/ 975612 h 1143000"/>
                  <a:gd name="T4" fmla="*/ 419100 w 838200"/>
                  <a:gd name="T5" fmla="*/ 1143000 h 1143000"/>
                  <a:gd name="T6" fmla="*/ 122752 w 838200"/>
                  <a:gd name="T7" fmla="*/ 975612 h 1143000"/>
                  <a:gd name="T8" fmla="*/ 0 w 838200"/>
                  <a:gd name="T9" fmla="*/ 571500 h 1143000"/>
                  <a:gd name="T10" fmla="*/ 122752 w 838200"/>
                  <a:gd name="T11" fmla="*/ 167388 h 1143000"/>
                  <a:gd name="T12" fmla="*/ 419100 w 838200"/>
                  <a:gd name="T13" fmla="*/ 0 h 1143000"/>
                  <a:gd name="T14" fmla="*/ 838200 w 838200"/>
                  <a:gd name="T15" fmla="*/ 0 h 1143000"/>
                  <a:gd name="T16" fmla="*/ 0 60000 65536"/>
                  <a:gd name="T17" fmla="*/ 5898240 60000 65536"/>
                  <a:gd name="T18" fmla="*/ 5898240 60000 65536"/>
                  <a:gd name="T19" fmla="*/ 5898240 60000 65536"/>
                  <a:gd name="T20" fmla="*/ 11796480 60000 65536"/>
                  <a:gd name="T21" fmla="*/ 17694720 60000 65536"/>
                  <a:gd name="T22" fmla="*/ 17694720 60000 65536"/>
                  <a:gd name="T23" fmla="*/ 17694720 60000 65536"/>
                  <a:gd name="T24" fmla="*/ 122752 w 838200"/>
                  <a:gd name="T25" fmla="*/ 167388 h 1143000"/>
                  <a:gd name="T26" fmla="*/ 715448 w 838200"/>
                  <a:gd name="T27" fmla="*/ 975612 h 11430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38200" h="1143000">
                    <a:moveTo>
                      <a:pt x="0" y="571500"/>
                    </a:moveTo>
                    <a:lnTo>
                      <a:pt x="0" y="571500"/>
                    </a:lnTo>
                    <a:cubicBezTo>
                      <a:pt x="0" y="255869"/>
                      <a:pt x="187637" y="0"/>
                      <a:pt x="419100" y="0"/>
                    </a:cubicBezTo>
                    <a:cubicBezTo>
                      <a:pt x="419100" y="0"/>
                      <a:pt x="419100" y="0"/>
                      <a:pt x="419100" y="0"/>
                    </a:cubicBezTo>
                    <a:cubicBezTo>
                      <a:pt x="558800" y="0"/>
                      <a:pt x="698500" y="0"/>
                      <a:pt x="838200" y="0"/>
                    </a:cubicBezTo>
                    <a:lnTo>
                      <a:pt x="838200" y="0"/>
                    </a:lnTo>
                    <a:cubicBezTo>
                      <a:pt x="838200" y="190500"/>
                      <a:pt x="838200" y="381000"/>
                      <a:pt x="838200" y="571500"/>
                    </a:cubicBezTo>
                    <a:lnTo>
                      <a:pt x="838200" y="571500"/>
                    </a:lnTo>
                    <a:cubicBezTo>
                      <a:pt x="838200" y="887130"/>
                      <a:pt x="650562" y="1142999"/>
                      <a:pt x="419100" y="1143000"/>
                    </a:cubicBezTo>
                    <a:cubicBezTo>
                      <a:pt x="187637" y="1143000"/>
                      <a:pt x="0" y="887130"/>
                      <a:pt x="0" y="571500"/>
                    </a:cubicBezTo>
                    <a:close/>
                  </a:path>
                </a:pathLst>
              </a:custGeom>
              <a:solidFill>
                <a:srgbClr val="996633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26" name="Teardrop 25"/>
              <p:cNvSpPr>
                <a:spLocks/>
              </p:cNvSpPr>
              <p:nvPr/>
            </p:nvSpPr>
            <p:spPr bwMode="auto">
              <a:xfrm rot="20990074" flipH="1">
                <a:off x="4128" y="1488"/>
                <a:ext cx="576" cy="720"/>
              </a:xfrm>
              <a:custGeom>
                <a:avLst/>
                <a:gdLst>
                  <a:gd name="T0" fmla="*/ 914400 w 914400"/>
                  <a:gd name="T1" fmla="*/ 571500 h 1143000"/>
                  <a:gd name="T2" fmla="*/ 780489 w 914400"/>
                  <a:gd name="T3" fmla="*/ 975612 h 1143000"/>
                  <a:gd name="T4" fmla="*/ 457200 w 914400"/>
                  <a:gd name="T5" fmla="*/ 1143000 h 1143000"/>
                  <a:gd name="T6" fmla="*/ 133911 w 914400"/>
                  <a:gd name="T7" fmla="*/ 975612 h 1143000"/>
                  <a:gd name="T8" fmla="*/ 0 w 914400"/>
                  <a:gd name="T9" fmla="*/ 571500 h 1143000"/>
                  <a:gd name="T10" fmla="*/ 133911 w 914400"/>
                  <a:gd name="T11" fmla="*/ 167388 h 1143000"/>
                  <a:gd name="T12" fmla="*/ 457200 w 914400"/>
                  <a:gd name="T13" fmla="*/ 0 h 1143000"/>
                  <a:gd name="T14" fmla="*/ 914400 w 914400"/>
                  <a:gd name="T15" fmla="*/ 0 h 1143000"/>
                  <a:gd name="T16" fmla="*/ 0 60000 65536"/>
                  <a:gd name="T17" fmla="*/ 5898240 60000 65536"/>
                  <a:gd name="T18" fmla="*/ 5898240 60000 65536"/>
                  <a:gd name="T19" fmla="*/ 5898240 60000 65536"/>
                  <a:gd name="T20" fmla="*/ 11796480 60000 65536"/>
                  <a:gd name="T21" fmla="*/ 17694720 60000 65536"/>
                  <a:gd name="T22" fmla="*/ 17694720 60000 65536"/>
                  <a:gd name="T23" fmla="*/ 17694720 60000 65536"/>
                  <a:gd name="T24" fmla="*/ 133911 w 914400"/>
                  <a:gd name="T25" fmla="*/ 167388 h 1143000"/>
                  <a:gd name="T26" fmla="*/ 780489 w 914400"/>
                  <a:gd name="T27" fmla="*/ 975612 h 11430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14400" h="1143000">
                    <a:moveTo>
                      <a:pt x="0" y="571500"/>
                    </a:moveTo>
                    <a:lnTo>
                      <a:pt x="0" y="571500"/>
                    </a:lnTo>
                    <a:cubicBezTo>
                      <a:pt x="0" y="255869"/>
                      <a:pt x="204695" y="0"/>
                      <a:pt x="457200" y="1"/>
                    </a:cubicBezTo>
                    <a:cubicBezTo>
                      <a:pt x="457200" y="1"/>
                      <a:pt x="457200" y="1"/>
                      <a:pt x="457200" y="1"/>
                    </a:cubicBezTo>
                    <a:cubicBezTo>
                      <a:pt x="609600" y="0"/>
                      <a:pt x="762000" y="0"/>
                      <a:pt x="914400" y="0"/>
                    </a:cubicBezTo>
                    <a:lnTo>
                      <a:pt x="914400" y="0"/>
                    </a:lnTo>
                    <a:cubicBezTo>
                      <a:pt x="914400" y="190500"/>
                      <a:pt x="914400" y="381000"/>
                      <a:pt x="914400" y="571500"/>
                    </a:cubicBezTo>
                    <a:lnTo>
                      <a:pt x="914400" y="571500"/>
                    </a:lnTo>
                    <a:cubicBezTo>
                      <a:pt x="914400" y="887130"/>
                      <a:pt x="709704" y="1142999"/>
                      <a:pt x="457200" y="1143000"/>
                    </a:cubicBezTo>
                    <a:cubicBezTo>
                      <a:pt x="204695" y="1143000"/>
                      <a:pt x="0" y="887130"/>
                      <a:pt x="0" y="571500"/>
                    </a:cubicBezTo>
                    <a:cubicBezTo>
                      <a:pt x="-1" y="571499"/>
                      <a:pt x="0" y="571499"/>
                      <a:pt x="0" y="571499"/>
                    </a:cubicBezTo>
                    <a:close/>
                  </a:path>
                </a:pathLst>
              </a:custGeom>
              <a:solidFill>
                <a:srgbClr val="996633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</p:grpSp>
        <p:grpSp>
          <p:nvGrpSpPr>
            <p:cNvPr id="16401" name="Group 30"/>
            <p:cNvGrpSpPr>
              <a:grpSpLocks/>
            </p:cNvGrpSpPr>
            <p:nvPr/>
          </p:nvGrpSpPr>
          <p:grpSpPr bwMode="auto">
            <a:xfrm rot="-509295">
              <a:off x="3120" y="2736"/>
              <a:ext cx="384" cy="288"/>
              <a:chOff x="3886200" y="4038600"/>
              <a:chExt cx="609600" cy="4572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8" name="Straight Connector 7"/>
              <p:cNvCxnSpPr>
                <a:endCxn id="6" idx="3"/>
              </p:cNvCxnSpPr>
              <p:nvPr/>
            </p:nvCxnSpPr>
            <p:spPr>
              <a:xfrm rot="5400000">
                <a:off x="3963151" y="4278155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>
                <a:endCxn id="6" idx="4"/>
              </p:cNvCxnSpPr>
              <p:nvPr/>
            </p:nvCxnSpPr>
            <p:spPr>
              <a:xfrm rot="5400000">
                <a:off x="4075764" y="4381022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rot="16200000" flipH="1">
                <a:off x="4267218" y="4266715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406" name="Group 31"/>
            <p:cNvGrpSpPr>
              <a:grpSpLocks/>
            </p:cNvGrpSpPr>
            <p:nvPr/>
          </p:nvGrpSpPr>
          <p:grpSpPr bwMode="auto">
            <a:xfrm rot="609436">
              <a:off x="1920" y="2688"/>
              <a:ext cx="384" cy="288"/>
              <a:chOff x="3886200" y="4038600"/>
              <a:chExt cx="609600" cy="457200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34" name="Straight Connector 33"/>
              <p:cNvCxnSpPr>
                <a:endCxn id="33" idx="3"/>
              </p:cNvCxnSpPr>
              <p:nvPr/>
            </p:nvCxnSpPr>
            <p:spPr>
              <a:xfrm rot="5400000">
                <a:off x="3963014" y="4276913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endCxn id="33" idx="4"/>
              </p:cNvCxnSpPr>
              <p:nvPr/>
            </p:nvCxnSpPr>
            <p:spPr>
              <a:xfrm rot="5400000">
                <a:off x="4075983" y="4380223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rot="16200000" flipH="1">
                <a:off x="4267103" y="4266931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411" name="Group 30"/>
            <p:cNvGrpSpPr>
              <a:grpSpLocks/>
            </p:cNvGrpSpPr>
            <p:nvPr/>
          </p:nvGrpSpPr>
          <p:grpSpPr bwMode="auto">
            <a:xfrm>
              <a:off x="2976" y="2928"/>
              <a:ext cx="384" cy="288"/>
              <a:chOff x="3886200" y="4038600"/>
              <a:chExt cx="609600" cy="457200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29" name="Straight Connector 28"/>
              <p:cNvCxnSpPr>
                <a:endCxn id="28" idx="3"/>
              </p:cNvCxnSpPr>
              <p:nvPr/>
            </p:nvCxnSpPr>
            <p:spPr>
              <a:xfrm rot="5400000">
                <a:off x="3963987" y="4278313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endCxn id="28" idx="4"/>
              </p:cNvCxnSpPr>
              <p:nvPr/>
            </p:nvCxnSpPr>
            <p:spPr>
              <a:xfrm rot="5400000">
                <a:off x="4076700" y="4381500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rot="16200000" flipH="1">
                <a:off x="4267200" y="42672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416" name="Group 30"/>
            <p:cNvGrpSpPr>
              <a:grpSpLocks/>
            </p:cNvGrpSpPr>
            <p:nvPr/>
          </p:nvGrpSpPr>
          <p:grpSpPr bwMode="auto">
            <a:xfrm>
              <a:off x="2112" y="2832"/>
              <a:ext cx="384" cy="288"/>
              <a:chOff x="3886200" y="4038600"/>
              <a:chExt cx="609600" cy="457200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3886200" y="4038600"/>
                <a:ext cx="609600" cy="457200"/>
              </a:xfrm>
              <a:prstGeom prst="ellipse">
                <a:avLst/>
              </a:prstGeom>
              <a:solidFill>
                <a:srgbClr val="9966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39" name="Straight Connector 38"/>
              <p:cNvCxnSpPr>
                <a:endCxn id="38" idx="3"/>
              </p:cNvCxnSpPr>
              <p:nvPr/>
            </p:nvCxnSpPr>
            <p:spPr>
              <a:xfrm rot="5400000">
                <a:off x="3963987" y="4278313"/>
                <a:ext cx="161925" cy="1397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>
                <a:endCxn id="38" idx="4"/>
              </p:cNvCxnSpPr>
              <p:nvPr/>
            </p:nvCxnSpPr>
            <p:spPr>
              <a:xfrm rot="5400000">
                <a:off x="4076700" y="4381500"/>
                <a:ext cx="228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16200000" flipH="1">
                <a:off x="4267200" y="4267200"/>
                <a:ext cx="1524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30" name="Moon 29"/>
          <p:cNvSpPr>
            <a:spLocks noChangeArrowheads="1"/>
          </p:cNvSpPr>
          <p:nvPr/>
        </p:nvSpPr>
        <p:spPr bwMode="auto">
          <a:xfrm rot="-3298934">
            <a:off x="3657600" y="2819400"/>
            <a:ext cx="381000" cy="2057400"/>
          </a:xfrm>
          <a:prstGeom prst="moon">
            <a:avLst>
              <a:gd name="adj" fmla="val 50000"/>
            </a:avLst>
          </a:prstGeom>
          <a:solidFill>
            <a:srgbClr val="996633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vert="eaVert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4" name="Oval 3"/>
          <p:cNvSpPr/>
          <p:nvPr/>
        </p:nvSpPr>
        <p:spPr>
          <a:xfrm>
            <a:off x="3962400" y="3276600"/>
            <a:ext cx="2133600" cy="2133600"/>
          </a:xfrm>
          <a:prstGeom prst="ellipse">
            <a:avLst/>
          </a:prstGeom>
          <a:solidFill>
            <a:srgbClr val="9966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876800" y="2057400"/>
            <a:ext cx="1828800" cy="1828800"/>
          </a:xfrm>
          <a:prstGeom prst="ellipse">
            <a:avLst/>
          </a:prstGeom>
          <a:solidFill>
            <a:srgbClr val="9966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8440" name="Group 16"/>
          <p:cNvGrpSpPr>
            <a:grpSpLocks/>
          </p:cNvGrpSpPr>
          <p:nvPr/>
        </p:nvGrpSpPr>
        <p:grpSpPr bwMode="auto">
          <a:xfrm>
            <a:off x="5257800" y="2514600"/>
            <a:ext cx="533400" cy="533400"/>
            <a:chOff x="4038600" y="2209800"/>
            <a:chExt cx="533400" cy="533400"/>
          </a:xfrm>
        </p:grpSpPr>
        <p:sp>
          <p:nvSpPr>
            <p:cNvPr id="15" name="Oval 14"/>
            <p:cNvSpPr/>
            <p:nvPr/>
          </p:nvSpPr>
          <p:spPr>
            <a:xfrm>
              <a:off x="4038600" y="2209800"/>
              <a:ext cx="533400" cy="533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343400" y="24384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8443" name="Group 17"/>
          <p:cNvGrpSpPr>
            <a:grpSpLocks/>
          </p:cNvGrpSpPr>
          <p:nvPr/>
        </p:nvGrpSpPr>
        <p:grpSpPr bwMode="auto">
          <a:xfrm>
            <a:off x="5867400" y="2514600"/>
            <a:ext cx="533400" cy="533400"/>
            <a:chOff x="4038600" y="2209800"/>
            <a:chExt cx="533400" cy="533400"/>
          </a:xfrm>
        </p:grpSpPr>
        <p:sp>
          <p:nvSpPr>
            <p:cNvPr id="19" name="Oval 18"/>
            <p:cNvSpPr/>
            <p:nvPr/>
          </p:nvSpPr>
          <p:spPr>
            <a:xfrm>
              <a:off x="4038600" y="2209800"/>
              <a:ext cx="533400" cy="533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343400" y="24384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1" name="Oval 20"/>
          <p:cNvSpPr/>
          <p:nvPr/>
        </p:nvSpPr>
        <p:spPr>
          <a:xfrm>
            <a:off x="5638800" y="3048000"/>
            <a:ext cx="457200" cy="381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" name="Teardrop 24"/>
          <p:cNvSpPr>
            <a:spLocks/>
          </p:cNvSpPr>
          <p:nvPr/>
        </p:nvSpPr>
        <p:spPr bwMode="auto">
          <a:xfrm rot="2981999">
            <a:off x="4267200" y="1752600"/>
            <a:ext cx="838200" cy="1143000"/>
          </a:xfrm>
          <a:custGeom>
            <a:avLst/>
            <a:gdLst>
              <a:gd name="T0" fmla="*/ 838200 w 838200"/>
              <a:gd name="T1" fmla="*/ 571500 h 1143000"/>
              <a:gd name="T2" fmla="*/ 715448 w 838200"/>
              <a:gd name="T3" fmla="*/ 975612 h 1143000"/>
              <a:gd name="T4" fmla="*/ 419100 w 838200"/>
              <a:gd name="T5" fmla="*/ 1143000 h 1143000"/>
              <a:gd name="T6" fmla="*/ 122752 w 838200"/>
              <a:gd name="T7" fmla="*/ 975612 h 1143000"/>
              <a:gd name="T8" fmla="*/ 0 w 838200"/>
              <a:gd name="T9" fmla="*/ 571500 h 1143000"/>
              <a:gd name="T10" fmla="*/ 122752 w 838200"/>
              <a:gd name="T11" fmla="*/ 167388 h 1143000"/>
              <a:gd name="T12" fmla="*/ 419100 w 838200"/>
              <a:gd name="T13" fmla="*/ 0 h 1143000"/>
              <a:gd name="T14" fmla="*/ 838200 w 838200"/>
              <a:gd name="T15" fmla="*/ 0 h 1143000"/>
              <a:gd name="T16" fmla="*/ 0 60000 65536"/>
              <a:gd name="T17" fmla="*/ 5898240 60000 65536"/>
              <a:gd name="T18" fmla="*/ 5898240 60000 65536"/>
              <a:gd name="T19" fmla="*/ 5898240 60000 65536"/>
              <a:gd name="T20" fmla="*/ 11796480 60000 65536"/>
              <a:gd name="T21" fmla="*/ 17694720 60000 65536"/>
              <a:gd name="T22" fmla="*/ 17694720 60000 65536"/>
              <a:gd name="T23" fmla="*/ 17694720 60000 65536"/>
              <a:gd name="T24" fmla="*/ 122752 w 838200"/>
              <a:gd name="T25" fmla="*/ 167388 h 1143000"/>
              <a:gd name="T26" fmla="*/ 715448 w 838200"/>
              <a:gd name="T27" fmla="*/ 975612 h 11430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38200" h="1143000">
                <a:moveTo>
                  <a:pt x="0" y="571500"/>
                </a:moveTo>
                <a:lnTo>
                  <a:pt x="0" y="571500"/>
                </a:lnTo>
                <a:cubicBezTo>
                  <a:pt x="0" y="255869"/>
                  <a:pt x="187637" y="0"/>
                  <a:pt x="419100" y="0"/>
                </a:cubicBezTo>
                <a:cubicBezTo>
                  <a:pt x="419100" y="0"/>
                  <a:pt x="419100" y="0"/>
                  <a:pt x="419100" y="0"/>
                </a:cubicBezTo>
                <a:cubicBezTo>
                  <a:pt x="558800" y="0"/>
                  <a:pt x="698500" y="0"/>
                  <a:pt x="838200" y="0"/>
                </a:cubicBezTo>
                <a:lnTo>
                  <a:pt x="838200" y="0"/>
                </a:lnTo>
                <a:cubicBezTo>
                  <a:pt x="838200" y="190500"/>
                  <a:pt x="838200" y="381000"/>
                  <a:pt x="838200" y="571500"/>
                </a:cubicBezTo>
                <a:lnTo>
                  <a:pt x="838200" y="571500"/>
                </a:lnTo>
                <a:cubicBezTo>
                  <a:pt x="838200" y="887130"/>
                  <a:pt x="650562" y="1142999"/>
                  <a:pt x="419100" y="1143000"/>
                </a:cubicBezTo>
                <a:cubicBezTo>
                  <a:pt x="187637" y="1143000"/>
                  <a:pt x="0" y="887130"/>
                  <a:pt x="0" y="571500"/>
                </a:cubicBezTo>
                <a:close/>
              </a:path>
            </a:pathLst>
          </a:custGeom>
          <a:solidFill>
            <a:srgbClr val="996633"/>
          </a:solidFill>
          <a:ln w="25400" cap="flat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6" name="Teardrop 25"/>
          <p:cNvSpPr>
            <a:spLocks/>
          </p:cNvSpPr>
          <p:nvPr/>
        </p:nvSpPr>
        <p:spPr bwMode="auto">
          <a:xfrm rot="20370033" flipH="1">
            <a:off x="6629400" y="2286000"/>
            <a:ext cx="914400" cy="1143000"/>
          </a:xfrm>
          <a:custGeom>
            <a:avLst/>
            <a:gdLst>
              <a:gd name="T0" fmla="*/ 914400 w 914400"/>
              <a:gd name="T1" fmla="*/ 571500 h 1143000"/>
              <a:gd name="T2" fmla="*/ 780489 w 914400"/>
              <a:gd name="T3" fmla="*/ 975612 h 1143000"/>
              <a:gd name="T4" fmla="*/ 457200 w 914400"/>
              <a:gd name="T5" fmla="*/ 1143000 h 1143000"/>
              <a:gd name="T6" fmla="*/ 133911 w 914400"/>
              <a:gd name="T7" fmla="*/ 975612 h 1143000"/>
              <a:gd name="T8" fmla="*/ 0 w 914400"/>
              <a:gd name="T9" fmla="*/ 571500 h 1143000"/>
              <a:gd name="T10" fmla="*/ 133911 w 914400"/>
              <a:gd name="T11" fmla="*/ 167388 h 1143000"/>
              <a:gd name="T12" fmla="*/ 457200 w 914400"/>
              <a:gd name="T13" fmla="*/ 0 h 1143000"/>
              <a:gd name="T14" fmla="*/ 914400 w 914400"/>
              <a:gd name="T15" fmla="*/ 0 h 1143000"/>
              <a:gd name="T16" fmla="*/ 0 60000 65536"/>
              <a:gd name="T17" fmla="*/ 5898240 60000 65536"/>
              <a:gd name="T18" fmla="*/ 5898240 60000 65536"/>
              <a:gd name="T19" fmla="*/ 5898240 60000 65536"/>
              <a:gd name="T20" fmla="*/ 11796480 60000 65536"/>
              <a:gd name="T21" fmla="*/ 17694720 60000 65536"/>
              <a:gd name="T22" fmla="*/ 17694720 60000 65536"/>
              <a:gd name="T23" fmla="*/ 17694720 60000 65536"/>
              <a:gd name="T24" fmla="*/ 133911 w 914400"/>
              <a:gd name="T25" fmla="*/ 167388 h 1143000"/>
              <a:gd name="T26" fmla="*/ 780489 w 914400"/>
              <a:gd name="T27" fmla="*/ 975612 h 11430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14400" h="1143000">
                <a:moveTo>
                  <a:pt x="0" y="571500"/>
                </a:moveTo>
                <a:lnTo>
                  <a:pt x="0" y="571500"/>
                </a:lnTo>
                <a:cubicBezTo>
                  <a:pt x="0" y="255869"/>
                  <a:pt x="204695" y="0"/>
                  <a:pt x="457200" y="1"/>
                </a:cubicBezTo>
                <a:cubicBezTo>
                  <a:pt x="457200" y="1"/>
                  <a:pt x="457200" y="1"/>
                  <a:pt x="457200" y="1"/>
                </a:cubicBezTo>
                <a:cubicBezTo>
                  <a:pt x="609600" y="0"/>
                  <a:pt x="762000" y="0"/>
                  <a:pt x="914400" y="0"/>
                </a:cubicBezTo>
                <a:lnTo>
                  <a:pt x="914400" y="0"/>
                </a:lnTo>
                <a:cubicBezTo>
                  <a:pt x="914400" y="190500"/>
                  <a:pt x="914400" y="381000"/>
                  <a:pt x="914400" y="571500"/>
                </a:cubicBezTo>
                <a:lnTo>
                  <a:pt x="914400" y="571500"/>
                </a:lnTo>
                <a:cubicBezTo>
                  <a:pt x="914400" y="887130"/>
                  <a:pt x="709704" y="1142999"/>
                  <a:pt x="457200" y="1143000"/>
                </a:cubicBezTo>
                <a:cubicBezTo>
                  <a:pt x="204695" y="1143000"/>
                  <a:pt x="0" y="887130"/>
                  <a:pt x="0" y="571500"/>
                </a:cubicBezTo>
                <a:cubicBezTo>
                  <a:pt x="-1" y="571499"/>
                  <a:pt x="0" y="571499"/>
                  <a:pt x="0" y="571499"/>
                </a:cubicBezTo>
                <a:close/>
              </a:path>
            </a:pathLst>
          </a:custGeom>
          <a:solidFill>
            <a:srgbClr val="996633"/>
          </a:solidFill>
          <a:ln w="25400" cap="flat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pSp>
        <p:nvGrpSpPr>
          <p:cNvPr id="18449" name="Group 30"/>
          <p:cNvGrpSpPr>
            <a:grpSpLocks/>
          </p:cNvGrpSpPr>
          <p:nvPr/>
        </p:nvGrpSpPr>
        <p:grpSpPr bwMode="auto">
          <a:xfrm rot="-1619462">
            <a:off x="5715000" y="4724400"/>
            <a:ext cx="609600" cy="457200"/>
            <a:chOff x="3886200" y="4038600"/>
            <a:chExt cx="609600" cy="457200"/>
          </a:xfrm>
        </p:grpSpPr>
        <p:sp>
          <p:nvSpPr>
            <p:cNvPr id="6" name="Oval 5"/>
            <p:cNvSpPr/>
            <p:nvPr/>
          </p:nvSpPr>
          <p:spPr>
            <a:xfrm>
              <a:off x="3886200" y="4038600"/>
              <a:ext cx="609600" cy="457200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8" name="Straight Connector 7"/>
            <p:cNvCxnSpPr>
              <a:endCxn id="6" idx="3"/>
            </p:cNvCxnSpPr>
            <p:nvPr/>
          </p:nvCxnSpPr>
          <p:spPr>
            <a:xfrm rot="5400000">
              <a:off x="3963894" y="4277911"/>
              <a:ext cx="161925" cy="139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endCxn id="6" idx="4"/>
            </p:cNvCxnSpPr>
            <p:nvPr/>
          </p:nvCxnSpPr>
          <p:spPr>
            <a:xfrm rot="5400000">
              <a:off x="4075855" y="4380789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4266881" y="4266678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54" name="Group 31"/>
          <p:cNvGrpSpPr>
            <a:grpSpLocks/>
          </p:cNvGrpSpPr>
          <p:nvPr/>
        </p:nvGrpSpPr>
        <p:grpSpPr bwMode="auto">
          <a:xfrm rot="-2036478">
            <a:off x="5791200" y="4191000"/>
            <a:ext cx="609600" cy="457200"/>
            <a:chOff x="3886200" y="4038600"/>
            <a:chExt cx="609600" cy="457200"/>
          </a:xfrm>
        </p:grpSpPr>
        <p:sp>
          <p:nvSpPr>
            <p:cNvPr id="33" name="Oval 32"/>
            <p:cNvSpPr/>
            <p:nvPr/>
          </p:nvSpPr>
          <p:spPr>
            <a:xfrm>
              <a:off x="3886200" y="4038600"/>
              <a:ext cx="609600" cy="457200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34" name="Straight Connector 33"/>
            <p:cNvCxnSpPr>
              <a:endCxn id="33" idx="3"/>
            </p:cNvCxnSpPr>
            <p:nvPr/>
          </p:nvCxnSpPr>
          <p:spPr>
            <a:xfrm rot="5400000">
              <a:off x="3964388" y="4277286"/>
              <a:ext cx="161925" cy="139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endCxn id="33" idx="4"/>
            </p:cNvCxnSpPr>
            <p:nvPr/>
          </p:nvCxnSpPr>
          <p:spPr>
            <a:xfrm rot="5400000">
              <a:off x="4077084" y="4380359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16200000" flipH="1">
              <a:off x="4266812" y="4266517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59" name="Group 30"/>
          <p:cNvGrpSpPr>
            <a:grpSpLocks/>
          </p:cNvGrpSpPr>
          <p:nvPr/>
        </p:nvGrpSpPr>
        <p:grpSpPr bwMode="auto">
          <a:xfrm rot="2081709">
            <a:off x="3733800" y="4724400"/>
            <a:ext cx="609600" cy="457200"/>
            <a:chOff x="3886200" y="4038600"/>
            <a:chExt cx="609600" cy="457200"/>
          </a:xfrm>
        </p:grpSpPr>
        <p:sp>
          <p:nvSpPr>
            <p:cNvPr id="28" name="Oval 27"/>
            <p:cNvSpPr/>
            <p:nvPr/>
          </p:nvSpPr>
          <p:spPr>
            <a:xfrm>
              <a:off x="3886200" y="4038600"/>
              <a:ext cx="609600" cy="457200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29" name="Straight Connector 28"/>
            <p:cNvCxnSpPr>
              <a:endCxn id="28" idx="3"/>
            </p:cNvCxnSpPr>
            <p:nvPr/>
          </p:nvCxnSpPr>
          <p:spPr>
            <a:xfrm rot="5400000">
              <a:off x="3963049" y="4277873"/>
              <a:ext cx="161925" cy="139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endCxn id="28" idx="4"/>
            </p:cNvCxnSpPr>
            <p:nvPr/>
          </p:nvCxnSpPr>
          <p:spPr>
            <a:xfrm rot="5400000">
              <a:off x="4076500" y="4381257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16200000" flipH="1">
              <a:off x="4266308" y="4267607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64" name="Group 30"/>
          <p:cNvGrpSpPr>
            <a:grpSpLocks/>
          </p:cNvGrpSpPr>
          <p:nvPr/>
        </p:nvGrpSpPr>
        <p:grpSpPr bwMode="auto">
          <a:xfrm rot="1055545">
            <a:off x="4267200" y="5105400"/>
            <a:ext cx="609600" cy="457200"/>
            <a:chOff x="3886200" y="4038600"/>
            <a:chExt cx="609600" cy="457200"/>
          </a:xfrm>
        </p:grpSpPr>
        <p:sp>
          <p:nvSpPr>
            <p:cNvPr id="38" name="Oval 37"/>
            <p:cNvSpPr/>
            <p:nvPr/>
          </p:nvSpPr>
          <p:spPr>
            <a:xfrm>
              <a:off x="3886200" y="4038600"/>
              <a:ext cx="609600" cy="457200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39" name="Straight Connector 38"/>
            <p:cNvCxnSpPr>
              <a:endCxn id="38" idx="3"/>
            </p:cNvCxnSpPr>
            <p:nvPr/>
          </p:nvCxnSpPr>
          <p:spPr>
            <a:xfrm rot="5400000">
              <a:off x="3962255" y="4277517"/>
              <a:ext cx="161925" cy="139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endCxn id="38" idx="4"/>
            </p:cNvCxnSpPr>
            <p:nvPr/>
          </p:nvCxnSpPr>
          <p:spPr>
            <a:xfrm rot="5400000">
              <a:off x="4076036" y="4380657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16200000" flipH="1">
              <a:off x="4266827" y="4266035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30" name="Moon 29"/>
          <p:cNvSpPr>
            <a:spLocks noChangeArrowheads="1"/>
          </p:cNvSpPr>
          <p:nvPr/>
        </p:nvSpPr>
        <p:spPr bwMode="auto">
          <a:xfrm rot="1116182">
            <a:off x="4267200" y="1066800"/>
            <a:ext cx="381000" cy="2057400"/>
          </a:xfrm>
          <a:prstGeom prst="moon">
            <a:avLst>
              <a:gd name="adj" fmla="val 50000"/>
            </a:avLst>
          </a:prstGeom>
          <a:solidFill>
            <a:srgbClr val="996633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4" name="Oval 3"/>
          <p:cNvSpPr/>
          <p:nvPr/>
        </p:nvSpPr>
        <p:spPr>
          <a:xfrm>
            <a:off x="3581400" y="2209800"/>
            <a:ext cx="2133600" cy="2133600"/>
          </a:xfrm>
          <a:prstGeom prst="ellipse">
            <a:avLst/>
          </a:prstGeom>
          <a:solidFill>
            <a:srgbClr val="9966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657600" y="1828800"/>
            <a:ext cx="1828800" cy="1828800"/>
          </a:xfrm>
          <a:prstGeom prst="ellipse">
            <a:avLst/>
          </a:prstGeom>
          <a:solidFill>
            <a:srgbClr val="9966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4038600" y="2209800"/>
            <a:ext cx="533400" cy="533400"/>
          </a:xfrm>
          <a:prstGeom prst="ellipse">
            <a:avLst/>
          </a:prstGeom>
          <a:solidFill>
            <a:srgbClr val="996633"/>
          </a:solidFill>
          <a:ln w="254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/>
            <a:endParaRPr lang="en-US">
              <a:solidFill>
                <a:srgbClr val="996633"/>
              </a:solidFill>
              <a:latin typeface="Calibri" pitchFamily="34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4648200" y="2209800"/>
            <a:ext cx="533400" cy="533400"/>
          </a:xfrm>
          <a:prstGeom prst="ellipse">
            <a:avLst/>
          </a:prstGeom>
          <a:solidFill>
            <a:srgbClr val="996633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343400" y="3048000"/>
            <a:ext cx="457200" cy="381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" name="Teardrop 24"/>
          <p:cNvSpPr>
            <a:spLocks/>
          </p:cNvSpPr>
          <p:nvPr/>
        </p:nvSpPr>
        <p:spPr bwMode="auto">
          <a:xfrm rot="21921584">
            <a:off x="3048000" y="2057400"/>
            <a:ext cx="838200" cy="1143000"/>
          </a:xfrm>
          <a:custGeom>
            <a:avLst/>
            <a:gdLst>
              <a:gd name="T0" fmla="*/ 838200 w 838200"/>
              <a:gd name="T1" fmla="*/ 571500 h 1143000"/>
              <a:gd name="T2" fmla="*/ 715448 w 838200"/>
              <a:gd name="T3" fmla="*/ 975612 h 1143000"/>
              <a:gd name="T4" fmla="*/ 419100 w 838200"/>
              <a:gd name="T5" fmla="*/ 1143000 h 1143000"/>
              <a:gd name="T6" fmla="*/ 122752 w 838200"/>
              <a:gd name="T7" fmla="*/ 975612 h 1143000"/>
              <a:gd name="T8" fmla="*/ 0 w 838200"/>
              <a:gd name="T9" fmla="*/ 571500 h 1143000"/>
              <a:gd name="T10" fmla="*/ 122752 w 838200"/>
              <a:gd name="T11" fmla="*/ 167388 h 1143000"/>
              <a:gd name="T12" fmla="*/ 419100 w 838200"/>
              <a:gd name="T13" fmla="*/ 0 h 1143000"/>
              <a:gd name="T14" fmla="*/ 838200 w 838200"/>
              <a:gd name="T15" fmla="*/ 0 h 1143000"/>
              <a:gd name="T16" fmla="*/ 0 60000 65536"/>
              <a:gd name="T17" fmla="*/ 5898240 60000 65536"/>
              <a:gd name="T18" fmla="*/ 5898240 60000 65536"/>
              <a:gd name="T19" fmla="*/ 5898240 60000 65536"/>
              <a:gd name="T20" fmla="*/ 11796480 60000 65536"/>
              <a:gd name="T21" fmla="*/ 17694720 60000 65536"/>
              <a:gd name="T22" fmla="*/ 17694720 60000 65536"/>
              <a:gd name="T23" fmla="*/ 17694720 60000 65536"/>
              <a:gd name="T24" fmla="*/ 122752 w 838200"/>
              <a:gd name="T25" fmla="*/ 167388 h 1143000"/>
              <a:gd name="T26" fmla="*/ 715448 w 838200"/>
              <a:gd name="T27" fmla="*/ 975612 h 11430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38200" h="1143000">
                <a:moveTo>
                  <a:pt x="0" y="571500"/>
                </a:moveTo>
                <a:lnTo>
                  <a:pt x="0" y="571500"/>
                </a:lnTo>
                <a:cubicBezTo>
                  <a:pt x="0" y="255869"/>
                  <a:pt x="187637" y="0"/>
                  <a:pt x="419100" y="0"/>
                </a:cubicBezTo>
                <a:cubicBezTo>
                  <a:pt x="419100" y="0"/>
                  <a:pt x="419100" y="0"/>
                  <a:pt x="419100" y="0"/>
                </a:cubicBezTo>
                <a:cubicBezTo>
                  <a:pt x="558800" y="0"/>
                  <a:pt x="698500" y="0"/>
                  <a:pt x="838200" y="0"/>
                </a:cubicBezTo>
                <a:lnTo>
                  <a:pt x="838200" y="0"/>
                </a:lnTo>
                <a:cubicBezTo>
                  <a:pt x="838200" y="190500"/>
                  <a:pt x="838200" y="381000"/>
                  <a:pt x="838200" y="571500"/>
                </a:cubicBezTo>
                <a:lnTo>
                  <a:pt x="838200" y="571500"/>
                </a:lnTo>
                <a:cubicBezTo>
                  <a:pt x="838200" y="887130"/>
                  <a:pt x="650562" y="1142999"/>
                  <a:pt x="419100" y="1143000"/>
                </a:cubicBezTo>
                <a:cubicBezTo>
                  <a:pt x="187637" y="1143000"/>
                  <a:pt x="0" y="887130"/>
                  <a:pt x="0" y="571500"/>
                </a:cubicBezTo>
                <a:close/>
              </a:path>
            </a:pathLst>
          </a:custGeom>
          <a:solidFill>
            <a:srgbClr val="996633"/>
          </a:solidFill>
          <a:ln w="25400" cap="flat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6" name="Teardrop 25"/>
          <p:cNvSpPr/>
          <p:nvPr/>
        </p:nvSpPr>
        <p:spPr>
          <a:xfrm rot="163021" flipH="1">
            <a:off x="5208588" y="2154238"/>
            <a:ext cx="914400" cy="1143000"/>
          </a:xfrm>
          <a:prstGeom prst="teardrop">
            <a:avLst/>
          </a:prstGeom>
          <a:solidFill>
            <a:srgbClr val="9966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9483" name="Group 30"/>
          <p:cNvGrpSpPr>
            <a:grpSpLocks/>
          </p:cNvGrpSpPr>
          <p:nvPr/>
        </p:nvGrpSpPr>
        <p:grpSpPr bwMode="auto">
          <a:xfrm>
            <a:off x="3810000" y="4114800"/>
            <a:ext cx="609600" cy="457200"/>
            <a:chOff x="3886200" y="4038600"/>
            <a:chExt cx="609600" cy="457200"/>
          </a:xfrm>
        </p:grpSpPr>
        <p:sp>
          <p:nvSpPr>
            <p:cNvPr id="28" name="Oval 27"/>
            <p:cNvSpPr/>
            <p:nvPr/>
          </p:nvSpPr>
          <p:spPr>
            <a:xfrm>
              <a:off x="3886200" y="4038600"/>
              <a:ext cx="609600" cy="457200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29" name="Straight Connector 28"/>
            <p:cNvCxnSpPr>
              <a:endCxn id="28" idx="3"/>
            </p:cNvCxnSpPr>
            <p:nvPr/>
          </p:nvCxnSpPr>
          <p:spPr>
            <a:xfrm rot="5400000">
              <a:off x="3963987" y="4278313"/>
              <a:ext cx="161925" cy="139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endCxn id="28" idx="4"/>
            </p:cNvCxnSpPr>
            <p:nvPr/>
          </p:nvCxnSpPr>
          <p:spPr>
            <a:xfrm rot="5400000">
              <a:off x="4076700" y="4381500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16200000" flipH="1">
              <a:off x="4267200" y="4267200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88" name="Group 30"/>
          <p:cNvGrpSpPr>
            <a:grpSpLocks/>
          </p:cNvGrpSpPr>
          <p:nvPr/>
        </p:nvGrpSpPr>
        <p:grpSpPr bwMode="auto">
          <a:xfrm>
            <a:off x="4800600" y="4114800"/>
            <a:ext cx="609600" cy="457200"/>
            <a:chOff x="3886200" y="4038600"/>
            <a:chExt cx="609600" cy="457200"/>
          </a:xfrm>
        </p:grpSpPr>
        <p:sp>
          <p:nvSpPr>
            <p:cNvPr id="38" name="Oval 37"/>
            <p:cNvSpPr/>
            <p:nvPr/>
          </p:nvSpPr>
          <p:spPr>
            <a:xfrm>
              <a:off x="3886200" y="4038600"/>
              <a:ext cx="609600" cy="457200"/>
            </a:xfrm>
            <a:prstGeom prst="ellipse">
              <a:avLst/>
            </a:prstGeom>
            <a:solidFill>
              <a:srgbClr val="9966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39" name="Straight Connector 38"/>
            <p:cNvCxnSpPr>
              <a:endCxn id="38" idx="3"/>
            </p:cNvCxnSpPr>
            <p:nvPr/>
          </p:nvCxnSpPr>
          <p:spPr>
            <a:xfrm rot="5400000">
              <a:off x="3963987" y="4278313"/>
              <a:ext cx="161925" cy="139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endCxn id="38" idx="4"/>
            </p:cNvCxnSpPr>
            <p:nvPr/>
          </p:nvCxnSpPr>
          <p:spPr>
            <a:xfrm rot="5400000">
              <a:off x="4076700" y="4381500"/>
              <a:ext cx="228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16200000" flipH="1">
              <a:off x="4267200" y="4267200"/>
              <a:ext cx="1524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Arial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UPMC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perlmansb2</dc:creator>
  <cp:lastModifiedBy>tyler corinne hein</cp:lastModifiedBy>
  <cp:revision>11</cp:revision>
  <dcterms:created xsi:type="dcterms:W3CDTF">2011-06-17T16:36:24Z</dcterms:created>
  <dcterms:modified xsi:type="dcterms:W3CDTF">2011-06-20T19:01:31Z</dcterms:modified>
</cp:coreProperties>
</file>